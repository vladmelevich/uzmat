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009688"/>
                </a:solidFill>
              </a:defRPr>
            </a:pPr>
            <a:r>
              <a:t>UZMAT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Премиальный маркетплейс спецтехники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69696"/>
                </a:solidFill>
              </a:defRPr>
            </a:pPr>
            <a:r>
              <a:t>14 December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488141" y="0"/>
            <a:ext cx="12236823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-968188" y="166295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9688"/>
                </a:solidFill>
              </a:defRPr>
            </a:pPr>
            <a:r>
              <a:rPr dirty="0"/>
              <a:t>О ПРОЕКТЕ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968188" y="1053351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rPr dirty="0" err="1"/>
              <a:t>Uzmat</a:t>
            </a:r>
            <a:r>
              <a:rPr dirty="0"/>
              <a:t> —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премиальная</a:t>
            </a:r>
            <a:r>
              <a:rPr dirty="0"/>
              <a:t> </a:t>
            </a:r>
            <a:r>
              <a:rPr dirty="0" err="1"/>
              <a:t>платформа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поиска</a:t>
            </a:r>
            <a:r>
              <a:rPr dirty="0"/>
              <a:t> и </a:t>
            </a:r>
            <a:r>
              <a:rPr dirty="0" err="1"/>
              <a:t>размещения</a:t>
            </a:r>
            <a:r>
              <a:rPr dirty="0"/>
              <a:t> </a:t>
            </a:r>
            <a:r>
              <a:rPr dirty="0" err="1"/>
              <a:t>объявлений</a:t>
            </a:r>
            <a:r>
              <a:rPr dirty="0"/>
              <a:t> о </a:t>
            </a:r>
            <a:r>
              <a:rPr dirty="0" err="1"/>
              <a:t>спецтехнике</a:t>
            </a:r>
            <a:r>
              <a:rPr dirty="0"/>
              <a:t> в </a:t>
            </a:r>
            <a:r>
              <a:rPr dirty="0" err="1"/>
              <a:t>Центральной</a:t>
            </a:r>
            <a:r>
              <a:rPr dirty="0"/>
              <a:t> </a:t>
            </a:r>
            <a:r>
              <a:rPr dirty="0" err="1"/>
              <a:t>Азии</a:t>
            </a:r>
            <a:r>
              <a:rPr dirty="0"/>
              <a:t>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🎯 ОСНОВНАЯ ЦЕЛЬ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rPr dirty="0" err="1"/>
              <a:t>Единая</a:t>
            </a:r>
            <a:r>
              <a:rPr dirty="0"/>
              <a:t> </a:t>
            </a:r>
            <a:r>
              <a:rPr dirty="0" err="1"/>
              <a:t>точка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поиска</a:t>
            </a:r>
            <a:r>
              <a:rPr dirty="0"/>
              <a:t> </a:t>
            </a:r>
            <a:r>
              <a:rPr dirty="0" err="1"/>
              <a:t>надежных</a:t>
            </a:r>
            <a:r>
              <a:rPr dirty="0"/>
              <a:t> </a:t>
            </a:r>
            <a:r>
              <a:rPr dirty="0" err="1"/>
              <a:t>подрядчиков</a:t>
            </a:r>
            <a:r>
              <a:rPr dirty="0"/>
              <a:t> и </a:t>
            </a:r>
            <a:r>
              <a:rPr dirty="0" err="1"/>
              <a:t>управления</a:t>
            </a:r>
            <a:r>
              <a:rPr dirty="0"/>
              <a:t> </a:t>
            </a:r>
            <a:r>
              <a:rPr dirty="0" err="1"/>
              <a:t>парком</a:t>
            </a:r>
            <a:r>
              <a:rPr dirty="0"/>
              <a:t> </a:t>
            </a:r>
            <a:r>
              <a:rPr dirty="0" err="1"/>
              <a:t>техники</a:t>
            </a: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✨ ОСОБЕННОСТИ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</a:t>
            </a:r>
            <a:r>
              <a:rPr dirty="0" err="1"/>
              <a:t>Современный</a:t>
            </a:r>
            <a:r>
              <a:rPr dirty="0"/>
              <a:t> </a:t>
            </a:r>
            <a:r>
              <a:rPr dirty="0" err="1"/>
              <a:t>премиальный</a:t>
            </a:r>
            <a:r>
              <a:rPr dirty="0"/>
              <a:t> </a:t>
            </a:r>
            <a:r>
              <a:rPr dirty="0" err="1"/>
              <a:t>дизайн</a:t>
            </a: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</a:t>
            </a:r>
            <a:r>
              <a:rPr dirty="0" err="1"/>
              <a:t>Полная</a:t>
            </a:r>
            <a:r>
              <a:rPr dirty="0"/>
              <a:t> </a:t>
            </a:r>
            <a:r>
              <a:rPr dirty="0" err="1"/>
              <a:t>адаптивность</a:t>
            </a: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</a:t>
            </a:r>
            <a:r>
              <a:rPr dirty="0" err="1"/>
              <a:t>Плавные</a:t>
            </a:r>
            <a:r>
              <a:rPr dirty="0"/>
              <a:t> </a:t>
            </a:r>
            <a:r>
              <a:rPr dirty="0" err="1"/>
              <a:t>анимации</a:t>
            </a: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</a:t>
            </a:r>
            <a:r>
              <a:rPr dirty="0" err="1"/>
              <a:t>Многоязычная</a:t>
            </a:r>
            <a:r>
              <a:rPr dirty="0"/>
              <a:t> </a:t>
            </a:r>
            <a:r>
              <a:rPr dirty="0" err="1"/>
              <a:t>поддержка</a:t>
            </a: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</a:t>
            </a:r>
            <a:r>
              <a:rPr dirty="0" err="1"/>
              <a:t>Безопасная</a:t>
            </a:r>
            <a:r>
              <a:rPr dirty="0"/>
              <a:t> </a:t>
            </a:r>
            <a:r>
              <a:rPr dirty="0" err="1"/>
              <a:t>система</a:t>
            </a: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🌍 ГЕОГРАФИЯ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rPr dirty="0" err="1"/>
              <a:t>Казахстан</a:t>
            </a:r>
            <a:r>
              <a:rPr dirty="0"/>
              <a:t> • </a:t>
            </a:r>
            <a:r>
              <a:rPr dirty="0" err="1"/>
              <a:t>Узбекистан</a:t>
            </a:r>
            <a:r>
              <a:rPr dirty="0"/>
              <a:t> • </a:t>
            </a:r>
            <a:r>
              <a:rPr dirty="0" err="1"/>
              <a:t>Россия</a:t>
            </a:r>
            <a:r>
              <a:rPr dirty="0"/>
              <a:t> • </a:t>
            </a:r>
            <a:r>
              <a:rPr dirty="0" err="1"/>
              <a:t>Беларусь</a:t>
            </a:r>
            <a:endParaRPr dirty="0"/>
          </a:p>
        </p:txBody>
      </p:sp>
      <p:pic>
        <p:nvPicPr>
          <p:cNvPr id="5" name="Picture 4" descr="main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3835" y="564775"/>
            <a:ext cx="7342094" cy="554915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9688"/>
                </a:solidFill>
              </a:defRPr>
            </a:pPr>
            <a:r>
              <a:t>ОСНОВНЫЕ ФУНКЦИИ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000" b="1">
                <a:solidFill>
                  <a:srgbClr val="FFFFFF"/>
                </a:solidFill>
              </a:defRPr>
            </a:pPr>
            <a:r>
              <a:t>🏗️ Продажа спецтехники</a:t>
            </a:r>
          </a:p>
          <a:p>
            <a:pPr>
              <a:spcAft>
                <a:spcPts val="1600"/>
              </a:spcAft>
              <a:defRPr sz="2000" b="1">
                <a:solidFill>
                  <a:srgbClr val="FFFFFF"/>
                </a:solidFill>
              </a:defRPr>
            </a:pPr>
            <a:r>
              <a:t>🚛 Аренда спецтехники</a:t>
            </a:r>
          </a:p>
          <a:p>
            <a:pPr>
              <a:spcAft>
                <a:spcPts val="1600"/>
              </a:spcAft>
              <a:defRPr sz="2000" b="1">
                <a:solidFill>
                  <a:srgbClr val="FFFFFF"/>
                </a:solidFill>
              </a:defRPr>
            </a:pPr>
            <a:r>
              <a:t>🔧 Запчасти</a:t>
            </a:r>
          </a:p>
          <a:p>
            <a:pPr>
              <a:spcAft>
                <a:spcPts val="1600"/>
              </a:spcAft>
              <a:defRPr sz="2000" b="1">
                <a:solidFill>
                  <a:srgbClr val="FFFFFF"/>
                </a:solidFill>
              </a:defRPr>
            </a:pPr>
            <a:r>
              <a:t>🛠️ Ремонт и услуги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000" b="1">
                <a:solidFill>
                  <a:srgbClr val="FFFFFF"/>
                </a:solidFill>
              </a:defRPr>
            </a:pPr>
            <a:r>
              <a:t>💬 Система чатов</a:t>
            </a:r>
          </a:p>
          <a:p>
            <a:pPr>
              <a:spcAft>
                <a:spcPts val="1600"/>
              </a:spcAft>
              <a:defRPr sz="2000" b="1">
                <a:solidFill>
                  <a:srgbClr val="FFFFFF"/>
                </a:solidFill>
              </a:defRPr>
            </a:pPr>
            <a:r>
              <a:t>⭐ Избранное</a:t>
            </a:r>
          </a:p>
          <a:p>
            <a:pPr>
              <a:spcAft>
                <a:spcPts val="1600"/>
              </a:spcAft>
              <a:defRPr sz="2000" b="1">
                <a:solidFill>
                  <a:srgbClr val="FFFFFF"/>
                </a:solidFill>
              </a:defRPr>
            </a:pPr>
            <a:r>
              <a:t>👤 Профиль пользователя</a:t>
            </a:r>
          </a:p>
          <a:p>
            <a:pPr>
              <a:spcAft>
                <a:spcPts val="1600"/>
              </a:spcAft>
              <a:defRPr sz="2000" b="1">
                <a:solidFill>
                  <a:srgbClr val="FFFFFF"/>
                </a:solidFill>
              </a:defRPr>
            </a:pPr>
            <a:r>
              <a:t>🔍 Умный поиск и фильтры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9688"/>
                </a:solidFill>
              </a:defRPr>
            </a:pPr>
            <a:r>
              <a:t>ГЛАВНАЯ СТРАНИЦА</a:t>
            </a:r>
          </a:p>
        </p:txBody>
      </p:sp>
      <p:pic>
        <p:nvPicPr>
          <p:cNvPr id="4" name="Picture 3" descr="index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9688"/>
                </a:solidFill>
              </a:defRPr>
            </a:pPr>
            <a:r>
              <a:t>КАТАЛОГ ОБЪЯВЛЕНИЙ</a:t>
            </a:r>
          </a:p>
        </p:txBody>
      </p:sp>
      <p:pic>
        <p:nvPicPr>
          <p:cNvPr id="4" name="Picture 3" descr="cat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9688"/>
                </a:solidFill>
              </a:defRPr>
            </a:pPr>
            <a:r>
              <a:t>ЗАПЧАСТИ</a:t>
            </a:r>
          </a:p>
        </p:txBody>
      </p:sp>
      <p:pic>
        <p:nvPicPr>
          <p:cNvPr id="4" name="Picture 3" descr="pa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9688"/>
                </a:solidFill>
              </a:defRPr>
            </a:pPr>
            <a:r>
              <a:t>РЕМОНТ И УСЛУГИ</a:t>
            </a:r>
          </a:p>
        </p:txBody>
      </p:sp>
      <p:pic>
        <p:nvPicPr>
          <p:cNvPr id="4" name="Picture 3" descr="rep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9688"/>
                </a:solidFill>
              </a:defRPr>
            </a:pPr>
            <a:r>
              <a:t>ПРОФИЛЬ ПОЛЬЗОВАТЕЛЯ</a:t>
            </a:r>
          </a:p>
        </p:txBody>
      </p:sp>
      <p:pic>
        <p:nvPicPr>
          <p:cNvPr id="4" name="Picture 3" descr="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9688"/>
                </a:solidFill>
              </a:defRPr>
            </a:pPr>
            <a:r>
              <a:t>СОЗДАНИЕ ОБЪЯВЛЕНИЯ</a:t>
            </a:r>
          </a:p>
        </p:txBody>
      </p:sp>
      <p:pic>
        <p:nvPicPr>
          <p:cNvPr id="4" name="Picture 3" descr="create_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9688"/>
                </a:solidFill>
              </a:defRPr>
            </a:pPr>
            <a:r>
              <a:t>ДЕТАЛЬНАЯ СТРАНИЦА</a:t>
            </a:r>
          </a:p>
        </p:txBody>
      </p:sp>
      <p:pic>
        <p:nvPicPr>
          <p:cNvPr id="4" name="Picture 3" descr="ad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9688"/>
                </a:solidFill>
              </a:defRPr>
            </a:pPr>
            <a:r>
              <a:t>ЧАТЫ И ЗАЯВКИ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📍 URL: /chats/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💬 ФУНКЦИОНАЛ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Прямая связь покупатель-продавец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Обмен сообщениями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История переписки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📋 ЗАЯВКИ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Создание заявок на аренду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Управление заявками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Статусы заявок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🔔 УВЕДОМЛЕНИЯ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Новые сообщения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Обновления заявок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9688"/>
                </a:solidFill>
              </a:defRPr>
            </a:pPr>
            <a:r>
              <a:t>ТЕХНОЛОГИИ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🖥️ BACKEND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Django 4.2.7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Python 3.12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SQLite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Django REST Framework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🎨 FRONTEND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HTML5, CSS3, JavaScript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Адаптивный дизайн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AJAX для динамической загрузки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Плавные анимации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🗄️ БАЗА ДАННЫХ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Модели: User, Advertisement, Category, Favorite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Связи и индексы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Миграции Django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🔒 БЕЗОПАСНОСТЬ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Аутентификация Django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CSRF защита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Валидация данных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Безопасная загрузка файлов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9688"/>
                </a:solidFill>
              </a:defRPr>
            </a:pPr>
            <a:r>
              <a:t>ДИЗАЙН И 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🎨 ЦВЕТОВАЯ СХЕМА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Темный фон (премиум-стиль)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Зеленые акценты (#009688)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Белый текст для контраста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Плавные переходы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📱 АДАПТИВНОСТЬ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Мобильные (320px+)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Планшеты (768px+)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Десктоп (1024px+)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Большие экраны (1440px+)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✨ АНИМАЦИИ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Плавные переходы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Hover-эффекты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Загрузка контента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Интерактивные элементы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🎯 UX ПРИНЦИПЫ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Интуитивная навигация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Быстрый доступ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Минималистичный дизайн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Фокус на контенте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9688"/>
                </a:solidFill>
              </a:defRPr>
            </a:pPr>
            <a:r>
              <a:t>СПАСИБО ЗА ВНИМАНИЕ!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UZMAT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969696"/>
                </a:solidFill>
              </a:defRPr>
            </a:pPr>
            <a:r>
              <a:t>Премиальный маркетплейс спецтехники</a:t>
            </a:r>
          </a:p>
          <a:p>
            <a:pPr algn="ctr">
              <a:defRPr sz="2000">
                <a:solidFill>
                  <a:srgbClr val="969696"/>
                </a:solidFill>
              </a:defRPr>
            </a:pPr>
            <a:r>
              <a:t>в Центральной Азии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307</Words>
  <Application>Microsoft Office PowerPoint</Application>
  <PresentationFormat>Экран (4:3)</PresentationFormat>
  <Paragraphs>101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влад мелевич</cp:lastModifiedBy>
  <cp:revision>2</cp:revision>
  <dcterms:created xsi:type="dcterms:W3CDTF">2013-01-27T09:14:16Z</dcterms:created>
  <dcterms:modified xsi:type="dcterms:W3CDTF">2025-12-14T17:01:25Z</dcterms:modified>
  <cp:category/>
</cp:coreProperties>
</file>